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3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88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开场白：介绍项目名称和定位。日志溯源卫士是一个AI驱动的安全日志分析与网络安全实训平台，包含Web智能体和CLI工具两个子项目。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目录页：简要过一遍答辩的六大模块。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背景：当前网络安全日志数据量激增，人工分析效率低。等保2.0合规审计需要标准化流程。目标是构建AI驱动的全流程安全日志分析平台。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三层架构是项目的核心创新。第一层规则引擎保证100%准确的基础功能，第二层RAG知识库防幻觉，第三层LLM做智能润色。三层逐层降级，系统始终可用。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五大模块：日志解析、日志采集、脚本生成、合规审计、攻防实训。每个模块独立零耦合，通过core层统一调度。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日志解析：自动识别日志类型，提取18+字段，风险研判。日志采集：设备匹配、方案生成、故障诊断。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脚本生成：正则规则、ES查询、攻击链溯源、平台选型。合规审计：等保2.0问答、基线生成、差距分析。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攻防实训三步流程：场景派发→答题评分→实训报告。规则评分为主，LLM灰色区间增强。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RAG知识库5库259条文档。三级嵌入降级保证任何环境都能运行：BGE→MiniLM→N-gram。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技术栈：前端Vue3，后端FastAPI，AI引擎DeepSeek+ChromaDB。五层分层架构，模块零耦合。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369个测试全部通过。核心设计规范：工厂注册、Pydantic校验、模块零耦合、配置外置、兜底设计、LLM优雅降级。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总结：项目实现了5大模块、三层架构、259条知识库、369个测试全部通过。展望：知识库扩充、多模型支持、实时日志流、可视化攻击链。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致谢页，欢迎提问。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日志溯源卫士智能体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3C5FD"/>
                </a:solidFill>
                <a:latin typeface="Calibri"/>
                <a:ea typeface="Microsoft YaHei"/>
                <a:cs typeface="Microsoft YaHei"/>
              </a:rPr>
              <a:t>Log Trace Guard Agent — AI 驱动的安全日志分析与实训平台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v2.0  |  FastAPI + Vue 3 + ChromaDB + DeepSeek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答辩人</a:t>
            </a:r>
            <a:r>
              <a:rPr sz="1800" b="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：</a:t>
            </a:r>
            <a:r>
              <a:rPr lang="zh-CN" altLang="en-US" sz="1800" b="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张雯炫</a:t>
            </a:r>
            <a:endParaRPr sz="1800" b="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79206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日期：2026年7月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8229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项目背景与目标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23160"/>
            <a:ext cx="8229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4688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三层通用架构设计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00400"/>
            <a:ext cx="8229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五大业务模块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977639"/>
            <a:ext cx="8229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0233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RAG 知识库与嵌入策略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754880"/>
            <a:ext cx="8229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技术栈与测试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532120"/>
            <a:ext cx="82296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01  项目背景与目标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2C3E6B"/>
                </a:solidFill>
                <a:latin typeface="Calibri"/>
                <a:ea typeface="Microsoft YaHei"/>
                <a:cs typeface="Microsoft YaHei"/>
              </a:rPr>
              <a:t>项目背景</a:t>
            </a:r>
            <a:endParaRPr sz="2200" b="1" dirty="0">
              <a:solidFill>
                <a:srgbClr val="2C3E6B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61336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600"/>
              </a:spcBef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网络安全日志数据量激增，人工分析效率低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安全运维人员缺乏智能化日志分析工具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等保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2.0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合规审计需要标准化流程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lnSpc>
                <a:spcPts val="2400"/>
              </a:lnSpc>
              <a:spcBef>
                <a:spcPts val="600"/>
              </a:spcBef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安全人才培养缺乏实战化实训平台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799" y="1188720"/>
            <a:ext cx="5565341" cy="3146457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19" y="2011680"/>
            <a:ext cx="5291022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构建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AI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驱动的日志智能分析系统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实现等保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2.0 /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网安法自动合规审计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提供标准化攻防实训平台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覆盖日志采集→解析→审计→实训全流程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模块零耦合，便于扩展维护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02  三层通用架构设计 — 核心创新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第一层：规则引擎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JSON/正则规则匹配 | 100% 准确率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486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第二层：RAG</a:t>
            </a:r>
            <a:r>
              <a:rPr sz="2200" b="1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200" b="1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知识库</a:t>
            </a:r>
            <a:endParaRPr sz="2200" b="1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ChromaDB 向量检索 | 5 库 259 条文档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486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第三层：LLM 推理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DeepSeek V4 Flash | 智能润色与解读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065705"/>
            <a:ext cx="5943600" cy="567059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4641" y="1366759"/>
            <a:ext cx="5657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err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逐层降级策略</a:t>
            </a:r>
            <a:endParaRPr sz="2800" b="1" dirty="0">
              <a:solidFill>
                <a:srgbClr val="1B2A4A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81057" y="2011680"/>
            <a:ext cx="545219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规则匹配成功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→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直接返回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规则引擎优先，保证基础功能100%准确</a:t>
            </a:r>
          </a:p>
          <a:p>
            <a:pPr>
              <a:spcAft>
                <a:spcPts val="800"/>
              </a:spcAft>
            </a:pP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规则匹配不足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→ RAG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知识库检索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检索相关性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&gt; 0.6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时补充返回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3. RAG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无知识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/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需深度解读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→ LLM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推理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超时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/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异常时自动降级到上层结果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核心原则：LLM</a:t>
            </a:r>
            <a:r>
              <a:rPr sz="20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20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不可生成无知识库支撑的答案</a:t>
            </a:r>
            <a:endParaRPr sz="20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03  五大业务模块概览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日志解析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类型识别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结构化解析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风险评估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批量处理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201168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1371600"/>
            <a:ext cx="2011680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B5CF6"/>
                </a:solidFill>
                <a:latin typeface="Calibri"/>
                <a:ea typeface="Microsoft YaHei"/>
                <a:cs typeface="Microsoft YaHei"/>
              </a:rPr>
              <a:t>日志采集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设备协议匹配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采集方案生成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故障诊断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架构推荐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01168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1371600"/>
            <a:ext cx="201168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7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  <a:ea typeface="Microsoft YaHei"/>
                <a:cs typeface="Microsoft YaHei"/>
              </a:rPr>
              <a:t>脚本生成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286000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正则检测规则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ES 查询语句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攻击链追踪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平台选型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371600"/>
            <a:ext cx="201168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1371600"/>
            <a:ext cx="201168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Calibri"/>
                <a:ea typeface="Microsoft YaHei"/>
                <a:cs typeface="Microsoft YaHei"/>
              </a:rPr>
              <a:t>合规审计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2286000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等保2.0问答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合规基线生成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差距分析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整改建议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371600"/>
            <a:ext cx="2011680" cy="4572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1371600"/>
            <a:ext cx="201168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F4444"/>
                </a:solidFill>
                <a:latin typeface="Calibri"/>
                <a:ea typeface="Microsoft YaHei"/>
                <a:cs typeface="Microsoft YaHei"/>
              </a:rPr>
              <a:t>攻防实训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286000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场景派发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答题评分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报告生成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能力评估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模块详解：日志解析 &amp; 日志采集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日志解析模块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日志类型自动识别（SSH/Web/WAF/防火墙/数据库）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18+ 字段结构化提取（IP、端口、用户、操作）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风险等级自动研判（P0-P3 分级）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批量日志一键解析 + 风险评估</a:t>
            </a:r>
          </a:p>
          <a:p>
            <a:pPr>
              <a:spcAft>
                <a:spcPts val="800"/>
              </a:spcAft>
            </a:pPr>
            <a:endParaRPr sz="150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技术亮点：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工厂注册模式 — 继承 BaseParser 即可扩展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规则引擎优先，LLM 仅做兜底补充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  <a:ea typeface="Microsoft YaHei"/>
                <a:cs typeface="Microsoft YaHei"/>
              </a:rPr>
              <a:t>日志采集模块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设备类型/型号/规模自动匹配采集协议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生成详细采集配置模板（协议、端口、步骤）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多维度故障诊断（症状+协议+设备+日志）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根据规模推荐 ELK/Loki/Splunk 架构</a:t>
            </a:r>
          </a:p>
          <a:p>
            <a:pPr>
              <a:spcAft>
                <a:spcPts val="800"/>
              </a:spcAft>
            </a:pPr>
            <a:endParaRPr sz="150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技术亮点：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多维度联合诊断，排序候选项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三级降级：规则 &gt; RAG &gt; LLM 故障诊断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模块详解：脚本生成 &amp; 合规审计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Calibri"/>
                <a:ea typeface="Microsoft YaHei"/>
                <a:cs typeface="Microsoft YaHei"/>
              </a:rPr>
              <a:t>脚本生成模块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攻防场景自动生成正则检测规则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生成完整 ES Query DSL（可直接用 Kibana）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根据设备数/日志量推荐最佳平台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多条日志提取攻击链，识别入口与路径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已有脚本的纠错和优化</a:t>
            </a:r>
          </a:p>
          <a:p>
            <a:pPr>
              <a:spcAft>
                <a:spcPts val="800"/>
              </a:spcAft>
            </a:pPr>
            <a:endParaRPr sz="150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输出格式：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名称 + 表达式 + 优先级 + 匹配示例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开箱即用，无需人工调参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2920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  <a:ea typeface="Microsoft YaHei"/>
                <a:cs typeface="Microsoft YaHei"/>
              </a:rPr>
              <a:t>合规审计模块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等保 2.0 / 网安法 / 数安法标准问答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返回标准引用 + 详细说明 + 检查方法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根据资产类型生成个性化合规基线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● 合规差距分析（评分 + 整改步骤）</a:t>
            </a:r>
          </a:p>
          <a:p>
            <a:pPr>
              <a:spcAft>
                <a:spcPts val="800"/>
              </a:spcAft>
            </a:pPr>
            <a:endParaRPr sz="150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技术亮点：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RAG 知识库支撑，杜绝 LLM 幻觉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10+ 条标准精准匹配，引用原文出处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模块详解：攻防实训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972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场景派发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0040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提供标准化攻防场景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SSH暴力破解溯源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Web攻击溯源等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支持任务下发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答题评分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43200"/>
            <a:ext cx="320040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926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自动校验学员答案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规则校验 + 结论校验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脚本校验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即时反馈评分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109728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实训报告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43200"/>
            <a:ext cx="320040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926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任务完成率统计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得分分布分析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薄弱项识别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个性化提升方案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04  RAG 知识库与三级嵌入降级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Calibri"/>
                <a:ea typeface="Microsoft YaHei"/>
                <a:cs typeface="Microsoft YaHei"/>
              </a:rPr>
              <a:t>5 大知识库 · 259 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日志基础库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0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8 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日志字段释义、风险规则</a:t>
            </a:r>
            <a:endParaRPr sz="1500" b="0" dirty="0">
              <a:solidFill>
                <a:srgbClr val="6B7280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合规审计库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10 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等保2.0、网安法、数安法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采集架构库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5 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设备协议、架构方案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技术脚本库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59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正则规则、ES查询、清洗规则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实训案例库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177 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攻防场景、任务流程、标准答案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9563" y="685800"/>
            <a:ext cx="3646173" cy="5704475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00787" y="10785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 err="1">
                <a:solidFill>
                  <a:srgbClr val="F59E0B"/>
                </a:solidFill>
                <a:latin typeface="Calibri"/>
                <a:ea typeface="Microsoft YaHei"/>
                <a:cs typeface="Microsoft YaHei"/>
              </a:rPr>
              <a:t>三级嵌入降级策略</a:t>
            </a:r>
            <a:endParaRPr sz="2200" b="1" dirty="0">
              <a:solidFill>
                <a:srgbClr val="F59E0B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39122" y="1691640"/>
            <a:ext cx="3156614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① BAAI/bge-large-zh-v1.5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中文语义向量</a:t>
            </a: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| 1024维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最佳精度，需</a:t>
            </a: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sentence-transformers</a:t>
            </a:r>
          </a:p>
          <a:p>
            <a:pPr>
              <a:spcAft>
                <a:spcPts val="800"/>
              </a:spcAft>
            </a:pP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② all-MiniLM-L6-v2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轻量英文模型</a:t>
            </a: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| 384维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备选降级方案</a:t>
            </a: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③ </a:t>
            </a: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NGramEmbeddingFunction</a:t>
            </a: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纯 Python N-gram | 128维</a:t>
            </a: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终极兜底，零外部依赖</a:t>
            </a: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启动时自动检测环境兼容性</a:t>
            </a: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4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→ </a:t>
            </a:r>
            <a:r>
              <a:rPr sz="14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选择最优可用的嵌入方案</a:t>
            </a:r>
            <a:endParaRPr sz="14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05  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3716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Vue 3.5 (Vite) + Element Plus 2.9 + TypeScript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3716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FastAPI 0.114 + Uvicorn + Pydantic 2.x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137160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AI 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65760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DeepSeek V4 Flash + </a:t>
            </a:r>
            <a:r>
              <a:rPr sz="2000" b="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ChromaDB</a:t>
            </a:r>
            <a:r>
              <a:rPr sz="2000" b="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1.4.1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663440"/>
            <a:ext cx="137160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7548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21 个 JSON 规则文件 → 5 个 ChromaDB 向量库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3566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 err="1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五层分层架构：app</a:t>
            </a:r>
            <a:r>
              <a:rPr sz="1800" b="1" dirty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/ → modules/ → core/ → common/ → data/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2A4A"/>
                </a:solidFill>
                <a:latin typeface="Calibri"/>
                <a:ea typeface="Microsoft YaHei"/>
                <a:cs typeface="Microsoft YaHei"/>
              </a:rPr>
              <a:t>测试覆盖与质量保证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286000" cy="20116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369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测试总数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463040"/>
            <a:ext cx="2286000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Agent 单元测试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286000" cy="2011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236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CLI 单元测试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463040"/>
            <a:ext cx="2286000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645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通过率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2233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6B"/>
                </a:solidFill>
                <a:latin typeface="Calibri"/>
                <a:ea typeface="Microsoft YaHei"/>
                <a:cs typeface="Microsoft YaHei"/>
              </a:rPr>
              <a:t>核心设计规范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工厂注册模式</a:t>
            </a: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—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策略通过</a:t>
            </a: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register()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外部注册</a:t>
            </a:r>
            <a:endParaRPr sz="16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Pydantic</a:t>
            </a: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校验</a:t>
            </a: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—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所有入参强类型校验</a:t>
            </a:r>
            <a:endParaRPr sz="1600" dirty="0">
              <a:solidFill>
                <a:srgbClr val="1F2937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800"/>
              </a:spcAft>
            </a:pP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模块零耦合</a:t>
            </a: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— </a:t>
            </a:r>
            <a:r>
              <a:rPr sz="1600" dirty="0" err="1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禁止互相</a:t>
            </a:r>
            <a:r>
              <a:rPr sz="1600" dirty="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2495" y="4709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配置外置 — 映射/阈值/知识库存放 JSON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兜底设计 — 未知场景返回兜底 + 人工复核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  <a:ea typeface="Microsoft YaHei"/>
                <a:cs typeface="Microsoft YaHei"/>
              </a:rPr>
              <a:t>✓ LLM 优雅降级 — API 不可用自动回退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06  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Calibri"/>
                <a:ea typeface="Microsoft YaHei"/>
                <a:cs typeface="Microsoft YaHei"/>
              </a:rPr>
              <a:t>项目成果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5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大业务模块，覆盖安全日志全流程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三层通用架构，兼顾准确性与灵活性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5 库 259 条 RAG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知识库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25 个 API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端点，全部功能可用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369 个测试，100%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通过率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Web + CLI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双形态，部署灵活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Calibri"/>
                <a:ea typeface="Microsoft YaHei"/>
                <a:cs typeface="Microsoft YaHei"/>
              </a:rPr>
              <a:t>未来展望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知识库持续扩充（更多安全场景</a:t>
            </a: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）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多模型支持（GPT-4、Claude 等）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实时日志流接入（Kafka</a:t>
            </a: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/WebSocket）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可视化攻击链拓扑图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多租户支持（团队协作实训</a:t>
            </a: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）</a:t>
            </a:r>
          </a:p>
          <a:p>
            <a:pPr>
              <a:spcAft>
                <a:spcPts val="1200"/>
              </a:spcAft>
            </a:pPr>
            <a:r>
              <a:rPr sz="1800" dirty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● </a:t>
            </a:r>
            <a:r>
              <a:rPr sz="1800" dirty="0" err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安全态势感知大屏</a:t>
            </a:r>
            <a:endParaRPr sz="1800" dirty="0">
              <a:solidFill>
                <a:srgbClr val="FFFFFF"/>
              </a:solidFill>
              <a:latin typeface="Calibr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3C5FD"/>
                </a:solidFill>
                <a:latin typeface="Calibri"/>
                <a:ea typeface="Microsoft YaHei"/>
                <a:cs typeface="Microsoft YaHei"/>
              </a:rPr>
              <a:t>日志溯源卫士智能体  |  Log Trace Guard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  <a:ea typeface="Microsoft YaHei"/>
                <a:cs typeface="Microsoft YaHei"/>
              </a:rPr>
              <a:t>欢迎提问与交流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877</Words>
  <Application>Microsoft Office PowerPoint</Application>
  <PresentationFormat>宽屏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 lv</cp:lastModifiedBy>
  <cp:revision>2</cp:revision>
  <dcterms:created xsi:type="dcterms:W3CDTF">2013-01-27T09:14:16Z</dcterms:created>
  <dcterms:modified xsi:type="dcterms:W3CDTF">2026-07-22T00:09:29Z</dcterms:modified>
  <cp:category/>
</cp:coreProperties>
</file>